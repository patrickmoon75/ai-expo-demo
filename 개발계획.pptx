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DE52A-35AB-46A3-8D16-EC08A6132569}" v="9" dt="2026-09-17T00:42:45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병국" userId="3a427fc8-35e2-472e-a7d5-43bc7e8ff8bd" providerId="ADAL" clId="{4439D9D4-530D-453C-B535-8054F9D09AA5}"/>
    <pc:docChg chg="modSld">
      <pc:chgData name="문병국" userId="3a427fc8-35e2-472e-a7d5-43bc7e8ff8bd" providerId="ADAL" clId="{4439D9D4-530D-453C-B535-8054F9D09AA5}" dt="2026-09-17T00:50:02.817" v="116" actId="20577"/>
      <pc:docMkLst>
        <pc:docMk/>
      </pc:docMkLst>
      <pc:sldChg chg="modSp mod">
        <pc:chgData name="문병국" userId="3a427fc8-35e2-472e-a7d5-43bc7e8ff8bd" providerId="ADAL" clId="{4439D9D4-530D-453C-B535-8054F9D09AA5}" dt="2026-09-17T00:50:02.817" v="116" actId="20577"/>
        <pc:sldMkLst>
          <pc:docMk/>
          <pc:sldMk cId="2461801418" sldId="257"/>
        </pc:sldMkLst>
        <pc:spChg chg="mod">
          <ac:chgData name="문병국" userId="3a427fc8-35e2-472e-a7d5-43bc7e8ff8bd" providerId="ADAL" clId="{4439D9D4-530D-453C-B535-8054F9D09AA5}" dt="2026-09-17T00:50:02.817" v="116" actId="20577"/>
          <ac:spMkLst>
            <pc:docMk/>
            <pc:sldMk cId="2461801418" sldId="257"/>
            <ac:spMk id="25" creationId="{D74E73AD-3603-CE04-4ACD-D0AC0282B1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00F43-4EEB-D4C9-F0F5-BD2C86C88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0CEFB-4064-C265-203F-42AD31F15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13CAA-E785-8A83-5493-521133EB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A11D82-5306-D5B4-3825-D7A93EB6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4225D-9327-37CC-D5D3-0CDDD085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8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27583-F4B8-EF85-E1D3-6A27A8F1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FDA68-C05F-65D4-D195-B476FE73C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B5EE34-782F-BCDD-298A-C1C01834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D877C-C91E-DF4C-D1BA-97BF9C40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51C6F-5793-EAD9-C087-5AE0CB38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6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C4FAD-870C-E43E-17E7-1EE92A04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AC98D-1D4C-C986-A34D-0B7DC0B8B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B26DDA-0F96-43F6-C591-5DBFE733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A9404-CBC3-82E0-4DD9-338B7632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A343F-0B97-B595-8107-C80E0A25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69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2648B-FD9A-43ED-0551-1ED06851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66858F-A0C1-0EFD-024F-302D24911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E905FC-359C-4AEB-779F-050DB2E39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8EF0CF-3202-5D27-0594-9F309496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6C1A56-DA10-397B-BA07-82B82435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60BFF0-11BD-C66C-0B51-AA1FA09B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7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3451C-1444-4BA4-69DC-B99A0266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EFAD4D-5362-E61A-7083-9A9FFC113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E41170-A6EC-A559-0722-3D0AFD430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B53F7B-636F-F451-6287-F06254E4C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5DFBC3-BDDB-E097-1CF7-F1F465A91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FA6677-B90F-66CF-2129-BB2B5486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DCD7A2-140B-247A-1B1A-228117F0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92C083-AC57-E4F0-6CDF-03484417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94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12D40-DB1A-2A54-9C0E-C7848EE3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1F817F-D8C6-633C-2502-5A520AD5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3A6C54-EC2C-2089-B86D-A692274A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14EB20-A27F-88D0-4EE3-35EE313A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9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0938BC-6242-8E53-7289-ED80FDBF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4E0F0D-9206-6FCA-5B30-D083571D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E268B-877A-8433-BB10-0ED9A162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29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B163D-82F0-A977-9D01-BBDAD154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A5A97-0CDA-85FD-227D-7D15E1DC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42D1D2-AF02-F9CE-060B-FEE149C04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74DD31-6E49-75DB-D0E3-100C773B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F1BD2D-21E9-AF97-0C84-CD059CEB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2A7B4D-FF6F-0149-0012-EB0E1339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24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96828-A2D9-643B-2F0F-3103A5F0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7D1F15-33EF-A6FB-6655-90C4985E3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A227C-E752-E2E0-6BE0-3A7BBFBE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AC3C9B-FE30-6EB3-F90E-FA1F52FD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864A75-E239-9513-4B17-43B2ABD1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36623A-9479-367A-4CF6-C85BFCFC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76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8896B-CFB0-E319-3F45-1F883236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382F8E-25FC-3841-F7C4-1879344D6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200D9-B26F-3418-5987-167699D0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875B65-7DE4-D671-D3C6-43F65B95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40F88-96FA-3D45-76F7-9C0AF3EE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74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6903A8-4B7D-ADF3-43DA-B5BB89D63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D8E892-235F-B232-2771-889F96DCD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676EEA-6BFD-0DD0-D4C3-7A1DB7C6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64B35-9E11-0FA2-FAC9-7B1BFBBA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479E3B-1079-6649-F589-43728C95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42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93BA9C-E02D-3022-98C7-F3A523F6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7554FE-AE6C-1AFC-8967-BC1F07B88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81DCBB-3860-B3E0-57D8-E264B7395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7BE5B-A439-4C5C-87EC-0BA8568C23B4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86A73-D089-7ABF-1866-D61584B5D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18AB36-56F3-AED1-BC49-9D94C78C5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F35C1-A61F-4D76-9CF1-CAB7F4F4DA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37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843F5C-2780-4DEE-043A-9803957B9574}"/>
              </a:ext>
            </a:extLst>
          </p:cNvPr>
          <p:cNvSpPr/>
          <p:nvPr/>
        </p:nvSpPr>
        <p:spPr>
          <a:xfrm>
            <a:off x="1182848" y="68789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A06D16-8782-85DE-8D07-034B86374C0F}"/>
              </a:ext>
            </a:extLst>
          </p:cNvPr>
          <p:cNvSpPr/>
          <p:nvPr/>
        </p:nvSpPr>
        <p:spPr>
          <a:xfrm>
            <a:off x="9506125" y="68789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052DF-CC8B-C3B3-601B-DC168F5E02DF}"/>
              </a:ext>
            </a:extLst>
          </p:cNvPr>
          <p:cNvSpPr/>
          <p:nvPr/>
        </p:nvSpPr>
        <p:spPr>
          <a:xfrm>
            <a:off x="1184246" y="508513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362538-E600-D116-8874-ED4027674B2E}"/>
              </a:ext>
            </a:extLst>
          </p:cNvPr>
          <p:cNvSpPr/>
          <p:nvPr/>
        </p:nvSpPr>
        <p:spPr>
          <a:xfrm>
            <a:off x="9507523" y="508513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D3E997-C9E0-6609-5243-50D378F89E05}"/>
              </a:ext>
            </a:extLst>
          </p:cNvPr>
          <p:cNvSpPr/>
          <p:nvPr/>
        </p:nvSpPr>
        <p:spPr>
          <a:xfrm>
            <a:off x="3944227" y="68789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X1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7DD6B5-879F-F277-24F4-A88918B4539B}"/>
              </a:ext>
            </a:extLst>
          </p:cNvPr>
          <p:cNvSpPr/>
          <p:nvPr/>
        </p:nvSpPr>
        <p:spPr>
          <a:xfrm>
            <a:off x="6558795" y="68789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X2</a:t>
            </a:r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4FECB58-D8AE-C07F-A8A0-1B1BA82C93AB}"/>
              </a:ext>
            </a:extLst>
          </p:cNvPr>
          <p:cNvSpPr/>
          <p:nvPr/>
        </p:nvSpPr>
        <p:spPr>
          <a:xfrm>
            <a:off x="2531533" y="902781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17C3AE2-CEB7-747F-264C-43F6BC94D42E}"/>
              </a:ext>
            </a:extLst>
          </p:cNvPr>
          <p:cNvSpPr/>
          <p:nvPr/>
        </p:nvSpPr>
        <p:spPr>
          <a:xfrm>
            <a:off x="5200633" y="912568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513D30AD-A61A-0BB9-EBCF-3E1CFFAC7200}"/>
              </a:ext>
            </a:extLst>
          </p:cNvPr>
          <p:cNvSpPr/>
          <p:nvPr/>
        </p:nvSpPr>
        <p:spPr>
          <a:xfrm>
            <a:off x="7962012" y="913966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4474D90-CCF2-8313-3C72-B841309D53BB}"/>
              </a:ext>
            </a:extLst>
          </p:cNvPr>
          <p:cNvSpPr/>
          <p:nvPr/>
        </p:nvSpPr>
        <p:spPr>
          <a:xfrm rot="5400000">
            <a:off x="9474121" y="3101398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D2582FA-56A3-E94F-8A0E-1F1C99078126}"/>
              </a:ext>
            </a:extLst>
          </p:cNvPr>
          <p:cNvSpPr/>
          <p:nvPr/>
        </p:nvSpPr>
        <p:spPr>
          <a:xfrm rot="10800000">
            <a:off x="5200633" y="5191657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CA0DF516-E2DD-522F-1D07-F6930D822951}"/>
              </a:ext>
            </a:extLst>
          </p:cNvPr>
          <p:cNvSpPr/>
          <p:nvPr/>
        </p:nvSpPr>
        <p:spPr>
          <a:xfrm rot="16200000">
            <a:off x="1150844" y="3186684"/>
            <a:ext cx="978408" cy="48463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903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5780-3967-38BE-890A-E3C46A28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74E73AD-3603-CE04-4ACD-D0AC0282B17E}"/>
              </a:ext>
            </a:extLst>
          </p:cNvPr>
          <p:cNvSpPr txBox="1"/>
          <p:nvPr/>
        </p:nvSpPr>
        <p:spPr>
          <a:xfrm>
            <a:off x="681037" y="440503"/>
            <a:ext cx="10829925" cy="542340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설명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이것은 팔레트를 순환하는 흐름도이다</a:t>
            </a:r>
            <a:r>
              <a:rPr lang="en-US" altLang="ko-KR" dirty="0"/>
              <a:t>.(</a:t>
            </a:r>
            <a:r>
              <a:rPr lang="ko-KR" altLang="en-US" dirty="0"/>
              <a:t>전시회에서 데모하기 위함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A, B, C, D, X1, X2</a:t>
            </a:r>
            <a:r>
              <a:rPr lang="ko-KR" altLang="en-US" dirty="0"/>
              <a:t>는 팔레트가 놓여지는 곳으로 노드라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팔레트가 이동하는 흐름은 시계방향</a:t>
            </a:r>
            <a:r>
              <a:rPr lang="en-US" altLang="ko-KR" dirty="0"/>
              <a:t>(</a:t>
            </a:r>
            <a:r>
              <a:rPr lang="ko-KR" altLang="en-US" dirty="0"/>
              <a:t>단방향</a:t>
            </a:r>
            <a:r>
              <a:rPr lang="en-US" altLang="ko-KR" dirty="0"/>
              <a:t>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노드와 노드 사이를 링크라고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노</a:t>
            </a:r>
            <a:r>
              <a:rPr lang="ko-KR" altLang="ko-KR" dirty="0"/>
              <a:t>드에는 반드시 하나의 팔레트만 놓일 수 있고, 링크에서 이동도 하나의 팔레트만 할 수 있</a:t>
            </a:r>
            <a:r>
              <a:rPr lang="ko-KR" altLang="en-US" dirty="0"/>
              <a:t>다</a:t>
            </a:r>
            <a:r>
              <a:rPr lang="ko-KR" altLang="ko-KR" dirty="0"/>
              <a:t>. </a:t>
            </a:r>
            <a:endParaRPr lang="en-US" altLang="ko-KR" dirty="0"/>
          </a:p>
          <a:p>
            <a:r>
              <a:rPr lang="ko-KR" altLang="en-US" dirty="0"/>
              <a:t>모든 노드에서 팔레트 유무는 </a:t>
            </a:r>
            <a:r>
              <a:rPr lang="ko-KR" altLang="en-US" dirty="0" err="1"/>
              <a:t>중앙관제된다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작동조건은 단 하나이다</a:t>
            </a:r>
            <a:r>
              <a:rPr lang="en-US" altLang="ko-KR" dirty="0"/>
              <a:t>. (</a:t>
            </a:r>
            <a:r>
              <a:rPr lang="ko-KR" altLang="en-US" dirty="0" err="1"/>
              <a:t>이전노드에</a:t>
            </a:r>
            <a:r>
              <a:rPr lang="ko-KR" altLang="en-US" dirty="0"/>
              <a:t> 팔레트가 있고</a:t>
            </a:r>
            <a:r>
              <a:rPr lang="en-US" altLang="ko-KR" dirty="0"/>
              <a:t>, </a:t>
            </a:r>
            <a:r>
              <a:rPr lang="ko-KR" altLang="en-US" dirty="0" err="1"/>
              <a:t>다음노드에</a:t>
            </a:r>
            <a:r>
              <a:rPr lang="ko-KR" altLang="en-US" dirty="0"/>
              <a:t> 팔레트가 없으면 팔레트를 이동시킴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팔레트가 </a:t>
            </a:r>
            <a:r>
              <a:rPr lang="ko-KR" altLang="en-US" dirty="0" err="1"/>
              <a:t>다음노드까지</a:t>
            </a:r>
            <a:r>
              <a:rPr lang="ko-KR" altLang="en-US" dirty="0"/>
              <a:t> 완전히 옮겨진 </a:t>
            </a:r>
            <a:r>
              <a:rPr lang="ko-KR" altLang="en-US" dirty="0" err="1"/>
              <a:t>후에야</a:t>
            </a:r>
            <a:r>
              <a:rPr lang="ko-KR" altLang="en-US" dirty="0"/>
              <a:t> </a:t>
            </a:r>
            <a:r>
              <a:rPr lang="ko-KR" altLang="en-US" dirty="0" err="1"/>
              <a:t>이전노드와</a:t>
            </a:r>
            <a:r>
              <a:rPr lang="ko-KR" altLang="en-US" dirty="0"/>
              <a:t> </a:t>
            </a:r>
            <a:r>
              <a:rPr lang="ko-KR" altLang="en-US" dirty="0" err="1"/>
              <a:t>다음노드의</a:t>
            </a:r>
            <a:r>
              <a:rPr lang="ko-KR" altLang="en-US" dirty="0"/>
              <a:t> 상태는 바뀌고</a:t>
            </a:r>
            <a:r>
              <a:rPr lang="en-US" altLang="ko-KR" dirty="0"/>
              <a:t>, </a:t>
            </a:r>
            <a:r>
              <a:rPr lang="ko-KR" altLang="en-US" dirty="0"/>
              <a:t>팔레트 이동 명령도</a:t>
            </a:r>
            <a:br>
              <a:rPr lang="en-US" altLang="ko-KR" dirty="0"/>
            </a:br>
            <a:r>
              <a:rPr lang="ko-KR" altLang="en-US" dirty="0"/>
              <a:t> 그 후에 생성된다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ko-KR" dirty="0" err="1"/>
              <a:t>이전노드에는</a:t>
            </a:r>
            <a:r>
              <a:rPr lang="ko-KR" altLang="ko-KR" dirty="0"/>
              <a:t> 팔레트가 있고 </a:t>
            </a:r>
            <a:r>
              <a:rPr lang="ko-KR" altLang="ko-KR" dirty="0" err="1"/>
              <a:t>다음노드에</a:t>
            </a:r>
            <a:r>
              <a:rPr lang="ko-KR" altLang="ko-KR" dirty="0"/>
              <a:t> 없는 조건이 성립하면 여러 곳(링크)에서 동시에 팔레트가 옮겨져도 돼.</a:t>
            </a:r>
            <a:br>
              <a:rPr lang="en-US" altLang="ko-KR" dirty="0"/>
            </a:br>
            <a:r>
              <a:rPr lang="ko-KR" altLang="ko-KR" dirty="0"/>
              <a:t>단지 그것들이 같은 링크에서 겹치게 해서는 안된다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팔레트가 있으면 노드의 색상을 노란색으로 표시한다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개발목표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팔레트가 순환하는 데모를 보기 위한 시뮬레이션 웹 프로그램을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예시와 같이 평면도</a:t>
            </a:r>
            <a:r>
              <a:rPr lang="en-US" altLang="ko-KR" dirty="0"/>
              <a:t>(2D)</a:t>
            </a:r>
            <a:r>
              <a:rPr lang="ko-KR" altLang="en-US" dirty="0"/>
              <a:t>로 간단히 만들며 팔레트가 있으면 노드 색상만 노랗게 바꾼다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시뮬레이션 시작과 중지 버튼을 만들고</a:t>
            </a:r>
            <a:r>
              <a:rPr lang="en-US" altLang="ko-KR" dirty="0"/>
              <a:t>, </a:t>
            </a:r>
            <a:r>
              <a:rPr lang="ko-KR" altLang="en-US" dirty="0"/>
              <a:t>처음 팔레트가 있는 노드를 복수로 선택하게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링크의 이동시간을 초 단위로 설정할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시뮬레이션은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100</a:t>
            </a:r>
            <a:r>
              <a:rPr lang="ko-KR" altLang="en-US" dirty="0"/>
              <a:t>배까지 가속할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시뮬레이션 실행 시 화면을 녹화할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팔레트가 </a:t>
            </a:r>
            <a:r>
              <a:rPr lang="en-US" altLang="ko-KR" dirty="0"/>
              <a:t>A</a:t>
            </a:r>
            <a:r>
              <a:rPr lang="ko-KR" altLang="en-US" dirty="0"/>
              <a:t>에서 다시 </a:t>
            </a:r>
            <a:r>
              <a:rPr lang="en-US" altLang="ko-KR" dirty="0"/>
              <a:t>A</a:t>
            </a:r>
            <a:r>
              <a:rPr lang="ko-KR" altLang="en-US" dirty="0"/>
              <a:t>로 한바퀴 순환하는 평균사이클타임을 표시한다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전체 시뮬레이션 시간을 시</a:t>
            </a:r>
            <a:r>
              <a:rPr lang="en-US" altLang="ko-KR" dirty="0"/>
              <a:t>:</a:t>
            </a:r>
            <a:r>
              <a:rPr lang="ko-KR" altLang="en-US" dirty="0"/>
              <a:t>분</a:t>
            </a:r>
            <a:r>
              <a:rPr lang="en-US" altLang="ko-KR" dirty="0"/>
              <a:t>:</a:t>
            </a:r>
            <a:r>
              <a:rPr lang="ko-KR" altLang="en-US" dirty="0"/>
              <a:t>초 로 표시한다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180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0EC0-5D8B-C1FB-36BB-8F9590C5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037314D-3D7F-F1BD-7F96-BB41A1E4C51D}"/>
              </a:ext>
            </a:extLst>
          </p:cNvPr>
          <p:cNvSpPr txBox="1"/>
          <p:nvPr/>
        </p:nvSpPr>
        <p:spPr>
          <a:xfrm>
            <a:off x="463640" y="195803"/>
            <a:ext cx="11264720" cy="5799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설명</a:t>
            </a:r>
            <a:r>
              <a:rPr lang="en-US" altLang="ko-KR" sz="1200" dirty="0"/>
              <a:t>]</a:t>
            </a:r>
          </a:p>
          <a:p>
            <a:r>
              <a:rPr lang="ko-KR" altLang="en-US" sz="1200" dirty="0"/>
              <a:t>이것은 팔레트를 순환하는 데모 시나리오를 보는 시뮬레이션이다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A, B, C, D, X1~X6</a:t>
            </a:r>
            <a:r>
              <a:rPr lang="ko-KR" altLang="en-US" sz="1200" dirty="0"/>
              <a:t>는 팔레트가 놓여지는 곳으로 노드라 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팔레트는 </a:t>
            </a:r>
            <a:r>
              <a:rPr lang="en-US" altLang="ko-KR" sz="1200" dirty="0"/>
              <a:t>A</a:t>
            </a:r>
            <a:r>
              <a:rPr lang="ko-KR" altLang="en-US" sz="1200" dirty="0"/>
              <a:t>에서 </a:t>
            </a:r>
            <a:r>
              <a:rPr lang="en-US" altLang="ko-KR" sz="1200" dirty="0"/>
              <a:t>B</a:t>
            </a:r>
            <a:r>
              <a:rPr lang="ko-KR" altLang="en-US" sz="1200" dirty="0"/>
              <a:t>로</a:t>
            </a:r>
            <a:r>
              <a:rPr lang="en-US" altLang="ko-KR" sz="1200" dirty="0"/>
              <a:t>, B</a:t>
            </a:r>
            <a:r>
              <a:rPr lang="ko-KR" altLang="en-US" sz="1200" dirty="0"/>
              <a:t>에서 </a:t>
            </a:r>
            <a:r>
              <a:rPr lang="en-US" altLang="ko-KR" sz="1200" dirty="0"/>
              <a:t>C</a:t>
            </a:r>
            <a:r>
              <a:rPr lang="ko-KR" altLang="en-US" sz="1200" dirty="0"/>
              <a:t>로</a:t>
            </a:r>
            <a:r>
              <a:rPr lang="en-US" altLang="ko-KR" sz="1200" dirty="0"/>
              <a:t>, C</a:t>
            </a:r>
            <a:r>
              <a:rPr lang="ko-KR" altLang="en-US" sz="1200" dirty="0"/>
              <a:t>에서 </a:t>
            </a:r>
            <a:r>
              <a:rPr lang="en-US" altLang="ko-KR" sz="1200" dirty="0"/>
              <a:t>D</a:t>
            </a:r>
            <a:r>
              <a:rPr lang="ko-KR" altLang="en-US" sz="1200" dirty="0"/>
              <a:t>로</a:t>
            </a:r>
            <a:r>
              <a:rPr lang="en-US" altLang="ko-KR" sz="1200" dirty="0"/>
              <a:t>, D</a:t>
            </a:r>
            <a:r>
              <a:rPr lang="ko-KR" altLang="en-US" sz="1200" dirty="0"/>
              <a:t>에서 </a:t>
            </a:r>
            <a:r>
              <a:rPr lang="en-US" altLang="ko-KR" sz="1200" dirty="0"/>
              <a:t>X</a:t>
            </a:r>
            <a:r>
              <a:rPr lang="ko-KR" altLang="en-US" sz="1200" dirty="0"/>
              <a:t>로</a:t>
            </a:r>
            <a:r>
              <a:rPr lang="en-US" altLang="ko-KR" sz="1200" dirty="0"/>
              <a:t>, X</a:t>
            </a:r>
            <a:r>
              <a:rPr lang="ko-KR" altLang="en-US" sz="1200" dirty="0"/>
              <a:t>에서 </a:t>
            </a:r>
            <a:r>
              <a:rPr lang="en-US" altLang="ko-KR" sz="1200" dirty="0"/>
              <a:t>A</a:t>
            </a:r>
            <a:r>
              <a:rPr lang="ko-KR" altLang="en-US" sz="1200" dirty="0"/>
              <a:t>로 이동한다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여기에서 </a:t>
            </a:r>
            <a:r>
              <a:rPr lang="en-US" altLang="ko-KR" sz="1200" dirty="0"/>
              <a:t>X</a:t>
            </a:r>
            <a:r>
              <a:rPr lang="ko-KR" altLang="en-US" sz="1200" dirty="0"/>
              <a:t>는 </a:t>
            </a:r>
            <a:r>
              <a:rPr lang="en-US" altLang="ko-KR" sz="1200" dirty="0"/>
              <a:t>X1</a:t>
            </a:r>
            <a:r>
              <a:rPr lang="ko-KR" altLang="en-US" sz="1200" dirty="0"/>
              <a:t>에서 </a:t>
            </a:r>
            <a:r>
              <a:rPr lang="en-US" altLang="ko-KR" sz="1200" dirty="0"/>
              <a:t>X6</a:t>
            </a:r>
            <a:r>
              <a:rPr lang="ko-KR" altLang="en-US" sz="1200" dirty="0"/>
              <a:t>중 어느 하나일 수 있고</a:t>
            </a:r>
            <a:r>
              <a:rPr lang="en-US" altLang="ko-KR" sz="1200" dirty="0"/>
              <a:t>, </a:t>
            </a:r>
            <a:r>
              <a:rPr lang="ko-KR" altLang="en-US" sz="1200" dirty="0"/>
              <a:t>하나가 아니라 여러 개를 선택하여 이동시킬 수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A</a:t>
            </a:r>
            <a:r>
              <a:rPr lang="ko-KR" altLang="en-US" sz="1200" dirty="0"/>
              <a:t>에서 </a:t>
            </a:r>
            <a:r>
              <a:rPr lang="en-US" altLang="ko-KR" sz="1200" dirty="0"/>
              <a:t>B</a:t>
            </a:r>
            <a:r>
              <a:rPr lang="ko-KR" altLang="en-US" sz="1200" dirty="0"/>
              <a:t>는 </a:t>
            </a:r>
            <a:r>
              <a:rPr lang="en-US" altLang="ko-KR" sz="1200" dirty="0"/>
              <a:t>SEER </a:t>
            </a:r>
            <a:r>
              <a:rPr lang="ko-KR" altLang="en-US" sz="1200" dirty="0"/>
              <a:t>지게차</a:t>
            </a:r>
            <a:r>
              <a:rPr lang="en-US" altLang="ko-KR" sz="1200" dirty="0"/>
              <a:t>, B</a:t>
            </a:r>
            <a:r>
              <a:rPr lang="ko-KR" altLang="en-US" sz="1200" dirty="0"/>
              <a:t>에서 </a:t>
            </a:r>
            <a:r>
              <a:rPr lang="en-US" altLang="ko-KR" sz="1200" dirty="0"/>
              <a:t>C</a:t>
            </a:r>
            <a:r>
              <a:rPr lang="ko-KR" altLang="en-US" sz="1200" dirty="0"/>
              <a:t>는 </a:t>
            </a:r>
            <a:r>
              <a:rPr lang="en-US" altLang="ko-KR" sz="1200" dirty="0"/>
              <a:t>SEER AMR, C</a:t>
            </a:r>
            <a:r>
              <a:rPr lang="ko-KR" altLang="en-US" sz="1200" dirty="0"/>
              <a:t>에서 </a:t>
            </a:r>
            <a:r>
              <a:rPr lang="en-US" altLang="ko-KR" sz="1200" dirty="0"/>
              <a:t>D</a:t>
            </a:r>
            <a:r>
              <a:rPr lang="ko-KR" altLang="en-US" sz="1200" dirty="0"/>
              <a:t>는 </a:t>
            </a:r>
            <a:r>
              <a:rPr lang="en-US" altLang="ko-KR" sz="1200" dirty="0"/>
              <a:t>HDX </a:t>
            </a:r>
            <a:r>
              <a:rPr lang="ko-KR" altLang="en-US" sz="1200" dirty="0"/>
              <a:t>지게차가 팔레트를 이송한다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D</a:t>
            </a:r>
            <a:r>
              <a:rPr lang="ko-KR" altLang="en-US" sz="1200" dirty="0"/>
              <a:t>에서 어떤 </a:t>
            </a:r>
            <a:r>
              <a:rPr lang="en-US" altLang="ko-KR" sz="1200" dirty="0"/>
              <a:t>X, </a:t>
            </a:r>
            <a:r>
              <a:rPr lang="ko-KR" altLang="en-US" sz="1200" dirty="0"/>
              <a:t>어떤 </a:t>
            </a:r>
            <a:r>
              <a:rPr lang="en-US" altLang="ko-KR" sz="1200" dirty="0"/>
              <a:t>X</a:t>
            </a:r>
            <a:r>
              <a:rPr lang="ko-KR" altLang="en-US" sz="1200" dirty="0"/>
              <a:t>에서 다른 </a:t>
            </a:r>
            <a:r>
              <a:rPr lang="en-US" altLang="ko-KR" sz="1200" dirty="0"/>
              <a:t>X, </a:t>
            </a:r>
            <a:r>
              <a:rPr lang="ko-KR" altLang="en-US" sz="1200" dirty="0"/>
              <a:t>마지막 </a:t>
            </a:r>
            <a:r>
              <a:rPr lang="en-US" altLang="ko-KR" sz="1200" dirty="0"/>
              <a:t>X</a:t>
            </a:r>
            <a:r>
              <a:rPr lang="ko-KR" altLang="en-US" sz="1200" dirty="0"/>
              <a:t>에서 </a:t>
            </a:r>
            <a:r>
              <a:rPr lang="en-US" altLang="ko-KR" sz="1200" dirty="0"/>
              <a:t>A</a:t>
            </a:r>
            <a:r>
              <a:rPr lang="ko-KR" altLang="en-US" sz="1200" dirty="0"/>
              <a:t>로 이동하는 과정은 </a:t>
            </a:r>
            <a:r>
              <a:rPr lang="en-US" altLang="ko-KR" sz="1200" dirty="0"/>
              <a:t>4way </a:t>
            </a:r>
            <a:r>
              <a:rPr lang="ko-KR" altLang="en-US" sz="1200" dirty="0"/>
              <a:t>셔틀이 담당하며</a:t>
            </a:r>
            <a:r>
              <a:rPr lang="en-US" altLang="ko-KR" sz="1200" dirty="0"/>
              <a:t>, D</a:t>
            </a:r>
            <a:r>
              <a:rPr lang="ko-KR" altLang="en-US" sz="1200" dirty="0"/>
              <a:t>에서 </a:t>
            </a:r>
            <a:r>
              <a:rPr lang="en-US" altLang="ko-KR" sz="1200" dirty="0"/>
              <a:t>A</a:t>
            </a:r>
            <a:r>
              <a:rPr lang="ko-KR" altLang="en-US" sz="1200" dirty="0"/>
              <a:t>로 팔레트를 이송하는 </a:t>
            </a:r>
            <a:r>
              <a:rPr lang="en-US" altLang="ko-KR" sz="1200" dirty="0"/>
              <a:t>X</a:t>
            </a:r>
            <a:r>
              <a:rPr lang="ko-KR" altLang="en-US" sz="1200" dirty="0"/>
              <a:t>의 개수는 선택할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사용할 </a:t>
            </a:r>
            <a:r>
              <a:rPr lang="en-US" altLang="ko-KR" sz="1200" dirty="0"/>
              <a:t>X</a:t>
            </a:r>
            <a:r>
              <a:rPr lang="ko-KR" altLang="en-US" sz="1200" dirty="0"/>
              <a:t>를 </a:t>
            </a:r>
            <a:r>
              <a:rPr lang="en-US" altLang="ko-KR" sz="1200" dirty="0"/>
              <a:t>X1~X6</a:t>
            </a:r>
            <a:r>
              <a:rPr lang="ko-KR" altLang="en-US" sz="1200" dirty="0"/>
              <a:t>에서 선택할 수 있도록 하고 순서를 정할 수 있게 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노</a:t>
            </a:r>
            <a:r>
              <a:rPr lang="ko-KR" altLang="ko-KR" sz="1200" dirty="0"/>
              <a:t>드에는 반드시 하나의 팔레트만 놓일 수 있고, 링크에서 이동도 하나의 팔레트만 할 수 있</a:t>
            </a:r>
            <a:r>
              <a:rPr lang="ko-KR" altLang="en-US" sz="1200" dirty="0"/>
              <a:t>다</a:t>
            </a:r>
            <a:r>
              <a:rPr lang="ko-KR" altLang="ko-KR" sz="1200" dirty="0"/>
              <a:t>. </a:t>
            </a:r>
            <a:endParaRPr lang="en-US" altLang="ko-KR" sz="1200" dirty="0"/>
          </a:p>
          <a:p>
            <a:r>
              <a:rPr lang="ko-KR" altLang="en-US" sz="1200" dirty="0"/>
              <a:t>모든 노드에서 팔레트 유무는 </a:t>
            </a:r>
            <a:r>
              <a:rPr lang="ko-KR" altLang="en-US" sz="1200" dirty="0" err="1"/>
              <a:t>중앙관제된다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작동조건은 단 하나이다</a:t>
            </a:r>
            <a:r>
              <a:rPr lang="en-US" altLang="ko-KR" sz="1200" dirty="0"/>
              <a:t>. (</a:t>
            </a:r>
            <a:r>
              <a:rPr lang="ko-KR" altLang="en-US" sz="1200" dirty="0" err="1"/>
              <a:t>이전노드에</a:t>
            </a:r>
            <a:r>
              <a:rPr lang="ko-KR" altLang="en-US" sz="1200" dirty="0"/>
              <a:t> 팔레트가 있고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다음노드에</a:t>
            </a:r>
            <a:r>
              <a:rPr lang="ko-KR" altLang="en-US" sz="1200" dirty="0"/>
              <a:t> 팔레트가 없으면 팔레트를 이동시킴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팔레트가 </a:t>
            </a:r>
            <a:r>
              <a:rPr lang="ko-KR" altLang="en-US" sz="1200" dirty="0" err="1"/>
              <a:t>다음노드까지</a:t>
            </a:r>
            <a:r>
              <a:rPr lang="ko-KR" altLang="en-US" sz="1200" dirty="0"/>
              <a:t> 완전히 옮겨진 </a:t>
            </a:r>
            <a:r>
              <a:rPr lang="ko-KR" altLang="en-US" sz="1200" dirty="0" err="1"/>
              <a:t>후에야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이전노드와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다음노드의</a:t>
            </a:r>
            <a:r>
              <a:rPr lang="ko-KR" altLang="en-US" sz="1200" dirty="0"/>
              <a:t> 상태는 바뀌고</a:t>
            </a:r>
            <a:r>
              <a:rPr lang="en-US" altLang="ko-KR" sz="1200" dirty="0"/>
              <a:t>, </a:t>
            </a:r>
            <a:r>
              <a:rPr lang="ko-KR" altLang="en-US" sz="1200" dirty="0"/>
              <a:t>팔레트 이동 명령도</a:t>
            </a:r>
            <a:br>
              <a:rPr lang="en-US" altLang="ko-KR" sz="1200" dirty="0"/>
            </a:br>
            <a:r>
              <a:rPr lang="ko-KR" altLang="en-US" sz="1200" dirty="0"/>
              <a:t> 그 후에 생성된다</a:t>
            </a:r>
            <a:r>
              <a:rPr lang="en-US" altLang="ko-KR" sz="1200" dirty="0"/>
              <a:t>. </a:t>
            </a:r>
          </a:p>
          <a:p>
            <a:r>
              <a:rPr lang="ko-KR" altLang="ko-KR" sz="1200" dirty="0" err="1"/>
              <a:t>이전노드에는</a:t>
            </a:r>
            <a:r>
              <a:rPr lang="ko-KR" altLang="ko-KR" sz="1200" dirty="0"/>
              <a:t> 팔레트가 있고 </a:t>
            </a:r>
            <a:r>
              <a:rPr lang="ko-KR" altLang="ko-KR" sz="1200" dirty="0" err="1"/>
              <a:t>다음노드에</a:t>
            </a:r>
            <a:r>
              <a:rPr lang="ko-KR" altLang="ko-KR" sz="1200" dirty="0"/>
              <a:t> 없는 조건이 성립하면 여러 곳(링크)에서 동시에 팔레트가 옮겨져도 </a:t>
            </a:r>
            <a:r>
              <a:rPr lang="ko-KR" altLang="en-US" sz="1200" dirty="0"/>
              <a:t>된다</a:t>
            </a:r>
            <a:r>
              <a:rPr lang="ko-KR" altLang="ko-KR" sz="1200" dirty="0"/>
              <a:t>.</a:t>
            </a:r>
            <a:br>
              <a:rPr lang="en-US" altLang="ko-KR" sz="1200" dirty="0"/>
            </a:br>
            <a:r>
              <a:rPr lang="ko-KR" altLang="ko-KR" sz="1200" dirty="0"/>
              <a:t>단지 그것들이 같은 링크에서 겹치게 해서는 안된다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셔틀 </a:t>
            </a:r>
            <a:r>
              <a:rPr lang="en-US" altLang="ko-KR" sz="1200" dirty="0"/>
              <a:t>X-</a:t>
            </a:r>
            <a:r>
              <a:rPr lang="ko-KR" altLang="en-US" sz="1200" dirty="0"/>
              <a:t>노드 이동 경로 순서 선택 아래에 셔틀의 개수를 </a:t>
            </a:r>
            <a:r>
              <a:rPr lang="en-US" altLang="ko-KR" sz="1200" dirty="0"/>
              <a:t>1</a:t>
            </a:r>
            <a:r>
              <a:rPr lang="ko-KR" altLang="en-US" sz="1200" dirty="0"/>
              <a:t>개 또는 </a:t>
            </a:r>
            <a:r>
              <a:rPr lang="en-US" altLang="ko-KR" sz="1200" dirty="0"/>
              <a:t>2</a:t>
            </a:r>
            <a:r>
              <a:rPr lang="ko-KR" altLang="en-US" sz="1200" dirty="0"/>
              <a:t>개로 선택할 수 있게 한다</a:t>
            </a:r>
            <a:r>
              <a:rPr lang="en-US" altLang="ko-KR" sz="1200" dirty="0"/>
              <a:t>. 1</a:t>
            </a:r>
            <a:r>
              <a:rPr lang="ko-KR" altLang="en-US" sz="1200" dirty="0"/>
              <a:t>개이면 셔틀은 </a:t>
            </a:r>
            <a:r>
              <a:rPr lang="en-US" altLang="ko-KR" sz="1200" dirty="0"/>
              <a:t>1</a:t>
            </a:r>
            <a:r>
              <a:rPr lang="ko-KR" altLang="en-US" sz="1200" dirty="0"/>
              <a:t>대로만 운영한다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SEER AMR</a:t>
            </a:r>
            <a:r>
              <a:rPr lang="ko-KR" altLang="en-US" sz="1200" dirty="0"/>
              <a:t>은 팔레트를 돌리지 않고 </a:t>
            </a:r>
            <a:r>
              <a:rPr lang="en-US" altLang="ko-KR" sz="1200" dirty="0"/>
              <a:t>AMR</a:t>
            </a:r>
            <a:r>
              <a:rPr lang="ko-KR" altLang="en-US" sz="1200" dirty="0"/>
              <a:t>만 회전하는 </a:t>
            </a:r>
            <a:r>
              <a:rPr lang="ko-KR" altLang="en-US" sz="1200" dirty="0" err="1"/>
              <a:t>키바턴을</a:t>
            </a:r>
            <a:r>
              <a:rPr lang="ko-KR" altLang="en-US" sz="1200" dirty="0"/>
              <a:t> 해야 해</a:t>
            </a:r>
            <a:r>
              <a:rPr lang="en-US" altLang="ko-KR" sz="1200" dirty="0"/>
              <a:t>. AMR</a:t>
            </a:r>
            <a:r>
              <a:rPr lang="ko-KR" altLang="en-US" sz="1200" dirty="0"/>
              <a:t>이 </a:t>
            </a:r>
            <a:r>
              <a:rPr lang="en-US" altLang="ko-KR" sz="1200" dirty="0"/>
              <a:t>B</a:t>
            </a:r>
            <a:r>
              <a:rPr lang="ko-KR" altLang="en-US" sz="1200" dirty="0"/>
              <a:t>에서 </a:t>
            </a:r>
            <a:r>
              <a:rPr lang="en-US" altLang="ko-KR" sz="1200" dirty="0"/>
              <a:t>C</a:t>
            </a:r>
            <a:r>
              <a:rPr lang="ko-KR" altLang="en-US" sz="1200" dirty="0"/>
              <a:t>로 팔레트를 이동할 때 </a:t>
            </a:r>
            <a:r>
              <a:rPr lang="ko-KR" altLang="en-US" sz="1200" dirty="0" err="1"/>
              <a:t>키바턴을</a:t>
            </a:r>
            <a:r>
              <a:rPr lang="ko-KR" altLang="en-US" sz="1200" dirty="0"/>
              <a:t> 하도록 수정해줘</a:t>
            </a:r>
            <a:r>
              <a:rPr lang="en-US" altLang="ko-KR" sz="1200" dirty="0"/>
              <a:t>. (</a:t>
            </a:r>
            <a:r>
              <a:rPr lang="ko-KR" altLang="en-US" sz="1200" dirty="0"/>
              <a:t>작업 완료 후 </a:t>
            </a:r>
            <a:r>
              <a:rPr lang="en-US" altLang="ko-KR" sz="1200" dirty="0"/>
              <a:t>5</a:t>
            </a:r>
            <a:r>
              <a:rPr lang="ko-KR" altLang="en-US" sz="1200" dirty="0"/>
              <a:t>초간 </a:t>
            </a:r>
            <a:r>
              <a:rPr lang="ko-KR" altLang="en-US" sz="1200" dirty="0" err="1"/>
              <a:t>벨소리로</a:t>
            </a:r>
            <a:r>
              <a:rPr lang="ko-KR" altLang="en-US" sz="1200" dirty="0"/>
              <a:t> 알려줘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ko-KR" altLang="en-US" sz="1200" dirty="0"/>
              <a:t>시뮬레이션 시작과 중지 버튼을 만들고</a:t>
            </a:r>
            <a:r>
              <a:rPr lang="en-US" altLang="ko-KR" sz="1200" dirty="0"/>
              <a:t>, </a:t>
            </a:r>
            <a:r>
              <a:rPr lang="ko-KR" altLang="en-US" sz="1200" dirty="0"/>
              <a:t>처음 팔레트가 있는 노드를 복수로 선택할 수 있게 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err="1"/>
              <a:t>운영순환팔레트수</a:t>
            </a:r>
            <a:r>
              <a:rPr lang="ko-KR" altLang="en-US" sz="1200" dirty="0"/>
              <a:t> 대신에 팔레트 위치를 선택할 수 있게 해줘</a:t>
            </a:r>
            <a:r>
              <a:rPr lang="en-US" altLang="ko-KR" sz="1200" dirty="0"/>
              <a:t>. </a:t>
            </a:r>
            <a:r>
              <a:rPr lang="ko-KR" altLang="en-US" sz="1200" dirty="0"/>
              <a:t>전체 노드가 버튼식으로 나열되어 있어서 선택하면 그곳에 팔레트</a:t>
            </a:r>
            <a:r>
              <a:rPr lang="en-US" altLang="ko-KR" sz="1200" dirty="0"/>
              <a:t>(</a:t>
            </a:r>
            <a:r>
              <a:rPr lang="ko-KR" altLang="en-US" sz="1200" dirty="0"/>
              <a:t>박스포함</a:t>
            </a:r>
            <a:r>
              <a:rPr lang="en-US" altLang="ko-KR" sz="1200" dirty="0"/>
              <a:t>)</a:t>
            </a:r>
            <a:r>
              <a:rPr lang="ko-KR" altLang="en-US" sz="1200" dirty="0"/>
              <a:t>가 존재하고 그 상태로 시작하도록 해줘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‘</a:t>
            </a:r>
            <a:r>
              <a:rPr lang="ko-KR" altLang="en-US" sz="1200" dirty="0"/>
              <a:t>외부구간 자동 이송</a:t>
            </a:r>
            <a:r>
              <a:rPr lang="en-US" altLang="ko-KR" sz="1200"/>
              <a:t>’</a:t>
            </a:r>
            <a:r>
              <a:rPr lang="ko-KR" altLang="en-US" sz="1200"/>
              <a:t>은 </a:t>
            </a:r>
            <a:r>
              <a:rPr lang="ko-KR" altLang="en-US" sz="1200" dirty="0"/>
              <a:t>당연한 기능이라 없애도 돼</a:t>
            </a:r>
            <a:r>
              <a:rPr lang="en-US" altLang="ko-KR" sz="1200" dirty="0"/>
              <a:t>. </a:t>
            </a:r>
            <a:r>
              <a:rPr lang="ko-KR" altLang="en-US" sz="1200" dirty="0"/>
              <a:t>그 자리에 팔</a:t>
            </a:r>
            <a:r>
              <a:rPr lang="en-US" altLang="ko-KR" sz="1200" dirty="0"/>
              <a:t>’</a:t>
            </a:r>
            <a:r>
              <a:rPr lang="ko-KR" altLang="en-US" sz="1200" dirty="0" err="1"/>
              <a:t>레트가</a:t>
            </a:r>
            <a:r>
              <a:rPr lang="ko-KR" altLang="en-US" sz="1200" dirty="0"/>
              <a:t> 있으면 바로 미션 생성</a:t>
            </a:r>
            <a:r>
              <a:rPr lang="en-US" altLang="ko-KR" sz="1200" dirty="0"/>
              <a:t>’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각 링크의 이동시간을 초 단위로 설정할 수 있게 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처음 </a:t>
            </a:r>
            <a:r>
              <a:rPr lang="en-US" altLang="ko-KR" sz="1200" dirty="0"/>
              <a:t>A</a:t>
            </a:r>
            <a:r>
              <a:rPr lang="ko-KR" altLang="en-US" sz="1200" dirty="0"/>
              <a:t>에서 출발한 팔레트가 다시 </a:t>
            </a:r>
            <a:r>
              <a:rPr lang="en-US" altLang="ko-KR" sz="1200" dirty="0"/>
              <a:t>A</a:t>
            </a:r>
            <a:r>
              <a:rPr lang="ko-KR" altLang="en-US" sz="1200" dirty="0"/>
              <a:t>로 한바퀴 순환하는 평균사이클타임을 표시한다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그 순환 횟수를 표시한다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전체 시뮬레이션 시간을 시</a:t>
            </a:r>
            <a:r>
              <a:rPr lang="en-US" altLang="ko-KR" sz="1200" dirty="0"/>
              <a:t>:</a:t>
            </a:r>
            <a:r>
              <a:rPr lang="ko-KR" altLang="en-US" sz="1200" dirty="0"/>
              <a:t>분</a:t>
            </a:r>
            <a:r>
              <a:rPr lang="en-US" altLang="ko-KR" sz="1200" dirty="0"/>
              <a:t>:</a:t>
            </a:r>
            <a:r>
              <a:rPr lang="ko-KR" altLang="en-US" sz="1200" dirty="0"/>
              <a:t>초 로 표시한다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시뮬레이션 실행 시 화면을 녹화할 수 있게 하고 이것을 </a:t>
            </a:r>
            <a:r>
              <a:rPr lang="en-US" altLang="ko-KR" sz="1200" dirty="0"/>
              <a:t>mp4</a:t>
            </a:r>
            <a:r>
              <a:rPr lang="ko-KR" altLang="en-US" sz="1200" dirty="0"/>
              <a:t>파일로 다운로드할 수 있게 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42657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656</Words>
  <Application>Microsoft Office PowerPoint</Application>
  <PresentationFormat>와이드스크린</PresentationFormat>
  <Paragraphs>53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문병국</dc:creator>
  <cp:lastModifiedBy>문병국</cp:lastModifiedBy>
  <cp:revision>2</cp:revision>
  <dcterms:created xsi:type="dcterms:W3CDTF">2026-09-17T00:29:06Z</dcterms:created>
  <dcterms:modified xsi:type="dcterms:W3CDTF">2026-09-23T16:44:20Z</dcterms:modified>
</cp:coreProperties>
</file>